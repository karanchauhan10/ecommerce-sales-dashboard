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7517-CE61-E9F9-68DB-13A1F26F7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20F10-3F57-DB01-A7AE-51077456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AB076-4536-94C3-1193-60582A25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0F91-36E5-F35D-7094-7241E822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C8B36-CB04-661B-140F-26EF57FC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97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76F2-AE6B-7818-2510-F790DCDC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51079-651C-72B7-D2CA-F33F1929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7FE30-ED6E-270E-5E08-C281D952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797F-92B9-FE62-55C6-159EC6FA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9AEC-6CC7-4345-3827-166BC325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4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581C-AC3A-424C-E338-2BA171EA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43C5B-8D9D-BE4F-F527-1EA9454F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87E0-CB7D-1DE1-5EC4-6287C630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F66F5-45E0-6EA3-DDE5-04E45483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36910-418B-299E-FD70-B969B0D0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5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58D7-3410-4FD9-7522-1750993B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2DC6-FD78-3556-EE5A-89A3DF65B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F2FD1-881F-6C0E-89E6-C6FD1689E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FE6E8-2DF7-73F3-D9ED-1116751A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FE6E7-3899-E243-9B2B-4643D874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D420F-470B-DDE0-97BC-B91CA004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6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0802-81FF-0BD3-9C5F-4CAEEBC0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AEDDC-6788-0A7E-A2F9-17727FF6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46B1F-6877-F302-0FDB-0E2312CDE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5CEF2-0C7D-4A20-6E87-BE2B060BE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F780D-344A-A902-285C-D9C5F2AD0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07AA5-9892-4EBD-1BD5-21B13EA7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995F-6832-6B24-4019-DE9CF1E3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BF90E-CD5B-372E-B2D0-60F4A163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A97A-11FA-3DB6-8E35-3725EEEF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697F7-1CE7-F3AC-ABF1-F0474725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F021-64C3-AB13-2DD8-7DE97E01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19217-C982-04F8-BD3E-461DAD2E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30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90EA1-9419-EBAD-1670-563CDF3D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D9F7C-65D6-22D6-CCC2-429184F2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46CA1-40A9-3384-8AAA-5FF1E6BE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07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9A53-D602-7C1C-D7EF-239B9E71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34427-8D94-9F3F-0E74-C58C83D36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2EB1-23ED-FCB6-1E12-D0F0A864D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6BF97-4907-CBF0-7950-0044666E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57C03-0EFB-9632-9F7A-9A9361A5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FD746-C969-9127-0C0D-88864C76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4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F94B-FFD2-D9B3-EB8C-67253AAF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8ACC1-9B2D-1254-C594-746048E65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E1DD8-306C-F8DA-36C4-214C930EA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84EC1-E5A6-09F5-5483-597075C3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0AFFB-6AA2-94F5-577D-F1E2C12D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22B3F-4296-DF5F-DF62-B17505A2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69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396A-10C9-D504-7581-6A0502A2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25C19-00DD-FEB5-91EB-44D9C261D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25080-D3A1-874B-5298-3427FFF1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F4515-0888-80C7-3947-5E2AB26A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7C642-2B85-ACF8-3A02-48E1C12D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2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3F639-6E4F-DEA8-D5B5-38EFD32D7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EBD64-E258-1FFD-73C3-4D14CF9E5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8F150-CE54-FAB7-1BF3-53697B56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16B64-1709-AEFF-480B-404CE05C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3D76-0358-5EBE-81B2-24D0DB5D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59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F3203F-15DD-1D9F-5CBA-890F1646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CFD78-42E0-3B2D-5955-D2DD78904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DAF05-47BA-30C2-7ECF-C42C25638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B0B88-097E-4B76-A0D4-889B9F14F2FB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D4F9F-28FD-5CD4-9679-87C6B9719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FBBD-7A82-07D4-492C-03AAE9BBE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197BA-641A-4E68-BF75-15EAF4F31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9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0CA3-78A0-D7DF-C049-EB8F4B2B4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C5-603B-9345-946A-F56FA4B09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0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92865-79F7-D854-96EF-ECFA0C86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564"/>
            <a:ext cx="16668000" cy="716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3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Chauhan</dc:creator>
  <cp:lastModifiedBy>Karan Chauhan</cp:lastModifiedBy>
  <cp:revision>1</cp:revision>
  <dcterms:created xsi:type="dcterms:W3CDTF">2026-07-06T10:08:55Z</dcterms:created>
  <dcterms:modified xsi:type="dcterms:W3CDTF">2026-07-06T10:08:56Z</dcterms:modified>
</cp:coreProperties>
</file>